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LEVEL DESIGN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1A1A1A"/>
                </a:solidFill>
                <a:latin typeface="Microsoft YaHei"/>
              </a:defRPr>
            </a:pPr>
            <a:r>
              <a:t>齐家滨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AAAAAA"/>
                </a:solidFill>
                <a:latin typeface="Microsoft YaHei"/>
              </a:defRPr>
            </a:pPr>
            <a:r>
              <a:t>关卡策划作品集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专注于游戏关卡设计与体验塑造，拥有网易蛋仔派对多张百万级游玩地图实战经验。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核心数据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200400"/>
            <a:ext cx="29260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240万+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单图最高游玩量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29260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363万+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累计总游玩量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00400"/>
            <a:ext cx="2926080" cy="18288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Microsoft YaHei"/>
              </a:defRPr>
            </a:pPr>
            <a:r>
              <a:t>3年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关卡设计经验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AAAAA"/>
                </a:solidFill>
                <a:latin typeface="Microsoft YaHei"/>
              </a:defRPr>
            </a:pPr>
            <a:r>
              <a:t>精选案例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拆光惊魂夜 · 里程碑数据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蛋仔派对地图工坊最受欢迎的地图之一，首个突破 200 万游玩量的里程碑作品。</a:t>
            </a:r>
          </a:p>
        </p:txBody>
      </p:sp>
      <p:pic>
        <p:nvPicPr>
          <p:cNvPr id="5" name="Picture 4" descr="portfolio_rel_slide2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53035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240 万游玩量 · 6.7万点赞 · 2024.11发布</a:t>
            </a:r>
          </a:p>
          <a:p>
            <a:pPr algn="l"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400" b="0">
                <a:solidFill>
                  <a:srgbClr val="777777"/>
                </a:solidFill>
                <a:latin typeface="Microsoft YaHei"/>
              </a:defRPr>
            </a:pPr>
            <a:r>
              <a:t>作为策划及美术独立产出的乐园吃豆玩法地图，项目组内首个超过 200 万游玩的作品。</a:t>
            </a:r>
          </a:p>
          <a:p>
            <a:pPr algn="l"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400" b="0">
                <a:solidFill>
                  <a:srgbClr val="777777"/>
                </a:solidFill>
                <a:latin typeface="Microsoft YaHei"/>
              </a:defRPr>
            </a:pPr>
            <a:r>
              <a:t>地图评分 4.8 星，通关率 11.8%，保持了较高的挑战性与趣味性平衡。</a:t>
            </a:r>
          </a:p>
          <a:p>
            <a:pPr algn="l"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200" b="0">
                <a:solidFill>
                  <a:srgbClr val="3B82F6"/>
                </a:solidFill>
                <a:latin typeface="Microsoft YaHei"/>
              </a:defRPr>
            </a:pPr>
            <a:r>
              <a:t>非对称竞技 · 吃豆玩法 · 240万+ 游玩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关卡设计与空间布局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整体采用对称性地图设计，通过空间布局与建筑分布自然引导玩家行为。</a:t>
            </a:r>
          </a:p>
        </p:txBody>
      </p:sp>
      <p:pic>
        <p:nvPicPr>
          <p:cNvPr id="4" name="Picture 3" descr="portfolio_rel_slide3_img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▎对称地图架构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玩家出生点及逃生点位于左下侧，Boss侧于右上，对角对称降低方向认知负担。</a:t>
            </a:r>
          </a:p>
        </p:txBody>
      </p:sp>
      <p:pic>
        <p:nvPicPr>
          <p:cNvPr id="7" name="Picture 6" descr="portfolio_rel_slide3_img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▎渐进式建筑分布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建筑物由小到大、从玩家侧向外分布，自然地由易到难上手。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实机游戏体验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躲藏→拆光→Boss战：先躲后打的完整成长曲线</a:t>
            </a:r>
          </a:p>
        </p:txBody>
      </p:sp>
      <p:pic>
        <p:nvPicPr>
          <p:cNvPr id="4" name="Picture 3" descr="portfolio_rel_slide2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29184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▎躲藏阶段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前期利用未拆除的建筑物躲避怪物追击，观察Boss巡逻路线。</a:t>
            </a:r>
          </a:p>
        </p:txBody>
      </p:sp>
      <p:pic>
        <p:nvPicPr>
          <p:cNvPr id="7" name="Picture 6" descr="portfolio_rel_slide2_img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291840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▎拆光玩法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634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使用咸鱼武器拆除场景中的建筑物获取积分，升级攻击力。</a:t>
            </a:r>
          </a:p>
        </p:txBody>
      </p:sp>
      <p:pic>
        <p:nvPicPr>
          <p:cNvPr id="10" name="Picture 9" descr="portfolio_rel_slide4_img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29184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▎Boss战对抗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634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后期等级提升后可直接使用武器反击Boss。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94960"/>
            <a:ext cx="3291840" cy="10972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AA"/>
                </a:solidFill>
                <a:latin typeface="Microsoft YaHei"/>
              </a:defRPr>
            </a:pPr>
            <a:r>
              <a:t>地图设计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整体地图对称性设计——玩家出生点及逃生点位于左下侧，Boss侧于右上侧，降低理解与上手门槛。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394960"/>
            <a:ext cx="3291840" cy="10972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AA"/>
                </a:solidFill>
                <a:latin typeface="Microsoft YaHei"/>
              </a:defRPr>
            </a:pPr>
            <a:r>
              <a:t>建筑分布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760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建筑物由小到大、从玩家侧向外分布，无需硬性教程引导也能顺利掌握游戏节奏。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5394960"/>
            <a:ext cx="3291840" cy="109728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AAAA"/>
                </a:solidFill>
                <a:latin typeface="Microsoft YaHei"/>
              </a:defRPr>
            </a:pPr>
            <a:r>
              <a:t>玩法节奏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760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前期利用建筑物躲避怪物，后期等级升高后可直接反击Boss，形成先躲后打的成长曲线。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AAAAA"/>
                </a:solidFill>
                <a:latin typeface="Microsoft YaHei"/>
              </a:defRPr>
            </a:pPr>
            <a:r>
              <a:t>精选案例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健身房塔防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首个突破 100 万游玩的蛋仔派对乐园地图，塔防玩法创新实践。</a:t>
            </a:r>
          </a:p>
        </p:txBody>
      </p:sp>
      <p:pic>
        <p:nvPicPr>
          <p:cNvPr id="5" name="Picture 4" descr="portfolio_rel_slide26_img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45720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123 万游玩量 · 2024 · 蛋仔派对乐园项目</a:t>
            </a:r>
          </a:p>
          <a:p>
            <a:pPr algn="l"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400" b="0">
                <a:solidFill>
                  <a:srgbClr val="777777"/>
                </a:solidFill>
                <a:latin typeface="Microsoft YaHei"/>
              </a:defRPr>
            </a:pPr>
            <a:r>
              <a:t>在蛋仔派对乐园中创新性地实现了塔防玩法，将健身主题与策略防御巧妙结合。</a:t>
            </a:r>
          </a:p>
          <a:p>
            <a:pPr algn="l"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400" b="0">
                <a:solidFill>
                  <a:srgbClr val="777777"/>
                </a:solidFill>
                <a:latin typeface="Microsoft YaHei"/>
              </a:defRPr>
            </a:pPr>
            <a:r>
              <a:t>地图发布后迅速获得大量玩家关注与点赞，成为项目组内首个突破100万游玩量的标杆作品。</a:t>
            </a:r>
          </a:p>
          <a:p>
            <a:pPr algn="l">
              <a:defRPr sz="8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200" b="0">
                <a:solidFill>
                  <a:srgbClr val="3B82F6"/>
                </a:solidFill>
                <a:latin typeface="Microsoft YaHei"/>
              </a:defRPr>
            </a:pPr>
            <a:r>
              <a:t>塔防玩法 · 主题创新 · UGC平台 · 百万标杆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AAAAA"/>
                </a:solidFill>
                <a:latin typeface="Microsoft YaHei"/>
              </a:defRPr>
            </a:pPr>
            <a:r>
              <a:t>深度案例研究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遗迹深处 · 关卡概况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UE5 第一人称动作冒险——从白盒搭建到谜题设计的完整关卡实践。</a:t>
            </a:r>
          </a:p>
        </p:txBody>
      </p:sp>
      <p:pic>
        <p:nvPicPr>
          <p:cNvPr id="5" name="Picture 4" descr="ruins_cover_white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3035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世界观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世界上还留存着许多古代文明，人们通过遗迹获取珍稀资源。</a:t>
            </a:r>
          </a:p>
          <a:p>
            <a:pPr algn="l"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故事背景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玩家追寻失踪同伴的踪迹深入遗迹，最终发现同伴并非受害者，而是主动进入遗迹的人——细思极恐的叙事反转。</a:t>
            </a:r>
          </a:p>
          <a:p>
            <a:pPr algn="l"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主线 &amp; 支线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主线：深入遗迹找到失踪同伴。支线：探索古文物并通过窃听敌人对话了解故事背景。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2D 关卡布局 &amp; 动线设计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线性推进——按玩家体验节奏划分为三个核心分区</a:t>
            </a:r>
          </a:p>
        </p:txBody>
      </p:sp>
      <p:pic>
        <p:nvPicPr>
          <p:cNvPr id="4" name="Picture 3" descr="ruins_2d_layout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937760"/>
            <a:ext cx="32918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Microsoft YaHei"/>
              </a:defRPr>
            </a:pPr>
            <a:r>
              <a:t>▎学习引导区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外 · 遗迹入口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Microsoft YaHei"/>
              </a:defRPr>
            </a:pPr>
            <a:r>
              <a:t>出生点出发，学习基础操作，无敌人低压环境建立信心。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937760"/>
            <a:ext cx="32918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Microsoft YaHei"/>
              </a:defRPr>
            </a:pPr>
            <a:r>
              <a:t>▎战斗挑战区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遗迹内部 · 潜行击杀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623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Microsoft YaHei"/>
              </a:defRPr>
            </a:pPr>
            <a:r>
              <a:t>遭遇劫匪，利用推箱掩体潜行击杀，收集要素激励探索。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937760"/>
            <a:ext cx="32918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Microsoft YaHei"/>
              </a:defRPr>
            </a:pPr>
            <a:r>
              <a:t>▎解谜 &amp; Boss 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03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重力升降台 → 结局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623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Microsoft YaHei"/>
              </a:defRPr>
            </a:pPr>
            <a:r>
              <a:t>核心谜题室与最终Boss战，动线由浅入深层层递进。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背景设定 &amp; 环境叙事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古墓丽影式探索冒险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环境设计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被遗弃的废墟中遍布图腾与神像的环境叙事，道路崩塌需灵活利用环境冒险。灵感参考古墓丽影系列。场景划分为遗迹外与遗迹内两个范围。</a:t>
            </a:r>
          </a:p>
          <a:p>
            <a:pPr algn="l"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氛围塑造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通过光线引导、环境音效与场景物件摆放，在无UI引导下自然指引玩家前进方向。</a:t>
            </a:r>
          </a:p>
        </p:txBody>
      </p:sp>
      <p:pic>
        <p:nvPicPr>
          <p:cNvPr id="5" name="Picture 4" descr="ruins_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2468880" cy="1828800"/>
          </a:xfrm>
          <a:prstGeom prst="rect">
            <a:avLst/>
          </a:prstGeom>
        </p:spPr>
      </p:pic>
      <p:pic>
        <p:nvPicPr>
          <p:cNvPr id="6" name="Picture 5" descr="ruins_slide4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645920"/>
            <a:ext cx="2468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核心玩法与谜题设计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游戏主要交互为推拉箱子与攀爬，不同谜题配合使玩家有丰富长线的游玩体验。</a:t>
            </a:r>
          </a:p>
        </p:txBody>
      </p:sp>
      <p:pic>
        <p:nvPicPr>
          <p:cNvPr id="4" name="Picture 3" descr="ruins_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▎推拉箱子 &amp; 攀爬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核心交互机制，通过推拉箱子解谜、借助建筑结构攀爬探索垂直空间。</a:t>
            </a:r>
          </a:p>
        </p:txBody>
      </p:sp>
      <p:pic>
        <p:nvPicPr>
          <p:cNvPr id="7" name="Picture 6" descr="ruins_slide8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▎重力升降台谜题 ⭐ 中低难度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同伴提示"小时候的跷跷板"，理解平衡机制 - 拉下箱子 - 推至另一平台 - 跳跃至高台。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异世界主题开放世界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UE5 · 150×180m 自由探索岛屿 · 注重环境叙事与自然引导</a:t>
            </a:r>
          </a:p>
        </p:txBody>
      </p:sp>
      <p:pic>
        <p:nvPicPr>
          <p:cNvPr id="4" name="Picture 3" descr="portfolio_rel_slide10_im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出生点设计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玩家于岛尾漆黑山洞处出生，通过光线与萤火虫引导走出山洞，利用自然光源而非UI引导。</a:t>
            </a:r>
          </a:p>
          <a:p>
            <a:pPr algn="l"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自由探索阶段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走出山洞后进入开阔区域，脚底路线自然引导玩家查看任务点，不做强制牵引，保留探索自主感。</a:t>
            </a:r>
          </a:p>
          <a:p>
            <a:pPr algn="l">
              <a:defRPr sz="600" b="0">
                <a:solidFill>
                  <a:srgbClr val="1A1A1A"/>
                </a:solidFill>
                <a:latin typeface="Microsoft YaHei"/>
              </a:defRPr>
            </a:pPr>
          </a:p>
          <a:p>
            <a:pPr algn="l"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t>任务触发</a:t>
            </a:r>
          </a:p>
          <a:p>
            <a:pPr algn="l">
              <a:defRPr sz="1200" b="0">
                <a:solidFill>
                  <a:srgbClr val="777777"/>
                </a:solidFill>
                <a:latin typeface="Microsoft YaHei"/>
              </a:defRPr>
            </a:pPr>
            <a:r>
              <a:t>到达唯一奇异点接受任务进入下一关——从封闭到开放再到聚焦的完整空间叙事弧线。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t>项目画廊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Microsoft YaHei"/>
              </a:defRPr>
            </a:pPr>
            <a:r>
              <a:t>从大学社团到专业实践的关卡设计与内容创作轨迹。</a:t>
            </a:r>
          </a:p>
        </p:txBody>
      </p:sp>
      <p:pic>
        <p:nvPicPr>
          <p:cNvPr id="4" name="Picture 3" descr="portfolio_rel_slide15_img2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256032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971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魔蛋乐园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UE4 · 侏罗纪场景复刻</a:t>
            </a:r>
          </a:p>
        </p:txBody>
      </p:sp>
      <p:pic>
        <p:nvPicPr>
          <p:cNvPr id="8" name="Picture 7" descr="portfolio_rel_slide17_img3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463040"/>
            <a:ext cx="256032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6160" y="2971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54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暴风城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Unity · 本科社团项目</a:t>
            </a:r>
          </a:p>
        </p:txBody>
      </p:sp>
      <p:pic>
        <p:nvPicPr>
          <p:cNvPr id="12" name="Picture 11" descr="portfolio_rel_slide18_img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63040"/>
            <a:ext cx="256032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2971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森林场景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UE5 · 关卡场景</a:t>
            </a:r>
          </a:p>
        </p:txBody>
      </p:sp>
      <p:pic>
        <p:nvPicPr>
          <p:cNvPr id="16" name="Picture 15" descr="portfolio_rel_slide20_img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463040"/>
            <a:ext cx="2560320" cy="146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5440" y="2971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154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Kingdom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83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UE5 · 场景视频</a:t>
            </a:r>
          </a:p>
        </p:txBody>
      </p:sp>
      <p:pic>
        <p:nvPicPr>
          <p:cNvPr id="20" name="Picture 19" descr="portfolio_rel_slide21_img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14800"/>
            <a:ext cx="2560320" cy="1463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避难所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UE5 · 末世社区</a:t>
            </a:r>
          </a:p>
        </p:txBody>
      </p:sp>
      <p:pic>
        <p:nvPicPr>
          <p:cNvPr id="24" name="Picture 23" descr="portfolio_rel_slide23_img4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114800"/>
            <a:ext cx="2560320" cy="1463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6616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806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白盒场景还原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6035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UE5 · 视频</a:t>
            </a:r>
          </a:p>
        </p:txBody>
      </p:sp>
      <p:pic>
        <p:nvPicPr>
          <p:cNvPr id="28" name="Picture 27" descr="portfolio_rel_slide28_img68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4114800"/>
            <a:ext cx="2560320" cy="1463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0" y="5623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AAAAA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06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蛋仔番茄钟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035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蛋仔派对乐园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齐家滨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关卡策划 · 中央美术学院 28届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📧 894536736@qq.com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Microsoft YaHei"/>
              </a:defRPr>
            </a:pPr>
            <a:r>
              <a:t>💬 微信：qooooooooob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YaHei"/>
              </a:defRPr>
            </a:pPr>
            <a:r>
              <a:t>感谢观看 · 期待合作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